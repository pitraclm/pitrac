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203FF-5D74-5778-9B8D-5769D247E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853D1E-A369-C4B8-077C-9FE0D2F84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336805-3020-668D-0473-393535B0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CC4CA-1B52-48FF-5DAC-E38A01C7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038D12-B726-7F30-7752-27B2AB23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516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2B95A-5FB7-CC79-5C00-BAE4495E9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4000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9E82D0-386D-FFF4-4438-7423778BF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457"/>
            <a:ext cx="10515600" cy="491750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01BF28-AA9E-74F1-B384-00CFEC22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4CC3FA-88E1-BA14-D07A-95568669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3C83C9-F6F2-0B49-59AD-E86083C5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228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ADCEC-A639-AFE4-239B-C928166A8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9902A7-901E-AAEC-508D-3564143D2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47DB47-DB71-EFC8-BD42-BEA7FD96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BCBE6A-2154-A947-697B-041F90F4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6828B4-4E1E-64B7-5481-976D9F2A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788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1F21C-8179-9117-B33D-EBA923C6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3CDE2B-5570-C167-2B28-763E97E56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25C87D-7CB6-8A9D-2C5E-CFE7A2D64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4EF7C7-577F-6987-F269-F77BBC09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0F7366-A041-AAA8-F906-5377AD13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AAA0AB-8035-E255-AD11-A797021C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9187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E700D-CA7F-020C-CC9D-6A3F6E45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5F6E79-D7E0-6847-7710-5DA3DDA04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1B15D9-F7BF-3C23-7818-E46C033A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A8F37B8-FDF8-CFBA-A99D-2D9522223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47852DC-9226-031A-588B-815ED0025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4E6A874-2FDE-B787-3313-691FC9F4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28CE58-B480-3E73-096B-DDE3CA8A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EC6E05-1662-BC84-039A-94F920CE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87139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24597-6D1B-5A26-9A75-FA6F1759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B81B47-DEDA-675D-A49E-074E36E22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51AFBA-C4F1-BA8C-3039-E87B4E308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9B1057-A5D5-73C9-9019-EE017506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82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ED763F-1C65-379F-4A7D-126F703F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4DE94A7-9FE1-92DF-6474-F94F51AB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875DD2-96D5-04C9-736F-6D5944BA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240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CAF16-1862-A68A-0BD6-9A0E3D5DF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0C779F-E0D2-8808-E39E-540B2F778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2E9567-9191-FBAC-5B30-262AD777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3F5BF5-CD70-BF65-5866-78DD2E2A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4FB9D4-CA4F-A495-C938-C24D1367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930B2F-3F82-AD35-A2A6-34A09323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895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B186B-F5C0-F5AE-7A8E-B3489339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3247E6-F416-0F88-808E-B27C51119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7F683A-7E87-A20F-6108-33953E014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F90192-DDF5-567C-79F2-4941EE32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2B6F7F-2706-98FF-FB89-23C89176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3E0421-F538-53A6-71A5-1DE0A16C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1100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70CB5-7DB5-CD45-96DB-4CCB3DBE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C833C6-BC2A-ACFE-6D4D-05069E0FE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CF2172-F412-EFD6-4026-6A322A5E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779E30-B85C-E9C0-FC67-B0860A4F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E1134E-2E95-A096-6CE5-D6A8F58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794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58E0A0-696A-35C0-C180-E82A0752BC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EB7004-7A29-00EB-B802-7544BA577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15BBF-B05F-E6AE-9868-EF086C2D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8159E8-B4AA-CF7E-0FFC-13FD6355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C93A3-D6B3-49E4-97B5-8562473C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132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2A05817-C37E-F7E8-5D1E-C9AD10AC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A6EECB-63EF-64A4-90E5-B95AB51A4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5EBE41-0363-A695-C209-9CF7F1B8D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FD1A4-01CE-483E-9F00-63D4040BE36D}" type="datetimeFigureOut">
              <a:rPr lang="de-AT" smtClean="0"/>
              <a:t>22.03.2026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25E173-6AB2-376A-738B-553FAA350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59EADB-04B7-6F99-A76D-C54D2CE90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62816-FBFB-43F4-97AD-A51013011F9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890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1AC5961-CE89-B7EE-F54E-808C4533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Ambient_LED_Screen</a:t>
            </a:r>
            <a:endParaRPr lang="de-AT" dirty="0"/>
          </a:p>
        </p:txBody>
      </p:sp>
      <p:pic>
        <p:nvPicPr>
          <p:cNvPr id="9" name="Inhaltsplatzhalter 8" descr="Ein Bild, das Screenshot, Rechteck, Design enthält.&#10;&#10;KI-generierte Inhalte können fehlerhaft sein.">
            <a:extLst>
              <a:ext uri="{FF2B5EF4-FFF2-40B4-BE49-F238E27FC236}">
                <a16:creationId xmlns:a16="http://schemas.microsoft.com/office/drawing/2014/main" id="{ED507DED-11B9-683B-AEC7-198D25B8F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397" y="1258888"/>
            <a:ext cx="665920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2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4C9E70-C0C4-3EED-9B60-F3615763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Carrier_Clamps</a:t>
            </a:r>
            <a:r>
              <a:rPr lang="de-AT" dirty="0"/>
              <a:t> (4 </a:t>
            </a:r>
            <a:r>
              <a:rPr lang="de-AT" dirty="0" err="1"/>
              <a:t>pieces</a:t>
            </a:r>
            <a:r>
              <a:rPr lang="de-AT" dirty="0"/>
              <a:t>)</a:t>
            </a:r>
          </a:p>
        </p:txBody>
      </p:sp>
      <p:pic>
        <p:nvPicPr>
          <p:cNvPr id="5" name="Inhaltsplatzhalter 4" descr="Ein Bild, das Screenshot, Reihe, Design, Kunst enthält.&#10;&#10;KI-generierte Inhalte können fehlerhaft sein.">
            <a:extLst>
              <a:ext uri="{FF2B5EF4-FFF2-40B4-BE49-F238E27FC236}">
                <a16:creationId xmlns:a16="http://schemas.microsoft.com/office/drawing/2014/main" id="{A4B13A3E-8305-0CE9-5D74-157D5E425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433" y="1258888"/>
            <a:ext cx="582713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0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36DEB-EB29-5357-376F-EE0C0A93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ConnectorBoardv2-Mod_Carrier</a:t>
            </a:r>
          </a:p>
        </p:txBody>
      </p:sp>
      <p:pic>
        <p:nvPicPr>
          <p:cNvPr id="9" name="Inhaltsplatzhalter 8" descr="Ein Bild, das Reihe, Rechteck, parallel, Design enthält.&#10;&#10;KI-generierte Inhalte können fehlerhaft sein.">
            <a:extLst>
              <a:ext uri="{FF2B5EF4-FFF2-40B4-BE49-F238E27FC236}">
                <a16:creationId xmlns:a16="http://schemas.microsoft.com/office/drawing/2014/main" id="{6C42EEF5-6F53-0D27-7C50-5640807A7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809" y="1422080"/>
            <a:ext cx="8640381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7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9E54C-E53E-BCAE-022C-1CA7C27C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EyeScreen</a:t>
            </a:r>
            <a:r>
              <a:rPr lang="de-DE" dirty="0"/>
              <a:t> (</a:t>
            </a:r>
            <a:r>
              <a:rPr lang="de-DE" dirty="0" err="1"/>
              <a:t>print</a:t>
            </a:r>
            <a:r>
              <a:rPr lang="de-DE" dirty="0"/>
              <a:t> 3x)</a:t>
            </a:r>
            <a:endParaRPr lang="de-AT" dirty="0"/>
          </a:p>
        </p:txBody>
      </p:sp>
      <p:pic>
        <p:nvPicPr>
          <p:cNvPr id="5" name="Inhaltsplatzhalter 4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CA600E7-5BAC-C201-428D-A63C98545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9400" y="1258888"/>
            <a:ext cx="841319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5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60CED-777D-6EF0-B188-18870833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EyeScreen_Clamp</a:t>
            </a:r>
            <a:r>
              <a:rPr lang="de-DE" dirty="0"/>
              <a:t> (</a:t>
            </a:r>
            <a:r>
              <a:rPr lang="de-DE" dirty="0" err="1"/>
              <a:t>print</a:t>
            </a:r>
            <a:r>
              <a:rPr lang="de-DE" dirty="0"/>
              <a:t> 3x)</a:t>
            </a:r>
            <a:endParaRPr lang="de-AT" dirty="0"/>
          </a:p>
        </p:txBody>
      </p:sp>
      <p:pic>
        <p:nvPicPr>
          <p:cNvPr id="5" name="Inhaltsplatzhalter 4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05D9F2F4-A8F5-5A9D-0145-C9B9C3D8E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072" y="1274422"/>
            <a:ext cx="8811855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0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0C332-0393-8B3B-4124-506F4200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Foot (4 </a:t>
            </a:r>
            <a:r>
              <a:rPr lang="de-DE" dirty="0" err="1"/>
              <a:t>pieces</a:t>
            </a:r>
            <a:r>
              <a:rPr lang="de-DE" dirty="0"/>
              <a:t>)</a:t>
            </a:r>
            <a:endParaRPr lang="de-AT" dirty="0"/>
          </a:p>
        </p:txBody>
      </p:sp>
      <p:pic>
        <p:nvPicPr>
          <p:cNvPr id="5" name="Inhaltsplatzhalter 4" descr="Ein Bild, das gelb, Schachfigur enthält.&#10;&#10;KI-generierte Inhalte können fehlerhaft sein.">
            <a:extLst>
              <a:ext uri="{FF2B5EF4-FFF2-40B4-BE49-F238E27FC236}">
                <a16:creationId xmlns:a16="http://schemas.microsoft.com/office/drawing/2014/main" id="{BC553D7A-128A-094D-7088-DBEEC0C5B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3864" y="1931738"/>
            <a:ext cx="534427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0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7A5B21-4A52-34A2-6FFD-4380004F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IMX296-MPI_Eyeball_6mm (</a:t>
            </a:r>
            <a:r>
              <a:rPr lang="de-AT" dirty="0" err="1"/>
              <a:t>print</a:t>
            </a:r>
            <a:r>
              <a:rPr lang="de-AT" dirty="0"/>
              <a:t> 2x)</a:t>
            </a:r>
          </a:p>
        </p:txBody>
      </p:sp>
      <p:pic>
        <p:nvPicPr>
          <p:cNvPr id="5" name="Inhaltsplatzhalter 4" descr="Ein Bild, das Screenshot, gelb, Design enthält.&#10;&#10;KI-generierte Inhalte können fehlerhaft sein.">
            <a:extLst>
              <a:ext uri="{FF2B5EF4-FFF2-40B4-BE49-F238E27FC236}">
                <a16:creationId xmlns:a16="http://schemas.microsoft.com/office/drawing/2014/main" id="{A1217CA1-012F-1BD4-37F0-A22570EF7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6618" y="1258888"/>
            <a:ext cx="5158763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6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BEAC8-FA6C-DFEE-781D-54C34A52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LED_Clamp</a:t>
            </a:r>
            <a:endParaRPr lang="de-AT" dirty="0"/>
          </a:p>
        </p:txBody>
      </p:sp>
      <p:pic>
        <p:nvPicPr>
          <p:cNvPr id="5" name="Inhaltsplatzhalter 4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EC5743FF-5CEF-9E01-ECA2-A53AE7F8D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371" y="1258888"/>
            <a:ext cx="8209258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64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3FD36-D147-EBBE-37C3-FC20D7CE1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LED_Eyeball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4CFD3B9-8F52-4039-44F1-B5DF5AD2A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4265" y="1258888"/>
            <a:ext cx="654346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9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2674E-660E-0619-C087-A659F776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LinePower_Cover</a:t>
            </a:r>
            <a:endParaRPr lang="de-AT" dirty="0"/>
          </a:p>
        </p:txBody>
      </p:sp>
      <p:pic>
        <p:nvPicPr>
          <p:cNvPr id="5" name="Inhaltsplatzhalter 4" descr="Ein Bild, das Rechteck, Design enthält.&#10;&#10;KI-generierte Inhalte können fehlerhaft sein.">
            <a:extLst>
              <a:ext uri="{FF2B5EF4-FFF2-40B4-BE49-F238E27FC236}">
                <a16:creationId xmlns:a16="http://schemas.microsoft.com/office/drawing/2014/main" id="{34D4A692-4218-EBE1-DCE3-802DE76FF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740" y="1258888"/>
            <a:ext cx="607851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7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CA5056-9D37-72BC-58C8-9B6DA763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Pi5_Carrier_3mm</a:t>
            </a:r>
          </a:p>
        </p:txBody>
      </p:sp>
      <p:pic>
        <p:nvPicPr>
          <p:cNvPr id="5" name="Inhaltsplatzhalter 4" descr="Ein Bild, das Reihe, Rechteck, Design enthält.&#10;&#10;KI-generierte Inhalte können fehlerhaft sein.">
            <a:extLst>
              <a:ext uri="{FF2B5EF4-FFF2-40B4-BE49-F238E27FC236}">
                <a16:creationId xmlns:a16="http://schemas.microsoft.com/office/drawing/2014/main" id="{E9877B52-A9F9-F0D6-E7E1-22E31073C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024" y="1258888"/>
            <a:ext cx="8149952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6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56A30-A71C-F749-46A0-A4F849DA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Spacer (16 </a:t>
            </a:r>
            <a:r>
              <a:rPr lang="de-DE" dirty="0" err="1"/>
              <a:t>pieces</a:t>
            </a:r>
            <a:r>
              <a:rPr lang="de-DE" dirty="0"/>
              <a:t>)</a:t>
            </a:r>
            <a:endParaRPr lang="de-AT" dirty="0"/>
          </a:p>
        </p:txBody>
      </p:sp>
      <p:pic>
        <p:nvPicPr>
          <p:cNvPr id="5" name="Inhaltsplatzhalter 4" descr="Ein Bild, das Zylinder enthält.&#10;&#10;KI-generierte Inhalte können fehlerhaft sein.">
            <a:extLst>
              <a:ext uri="{FF2B5EF4-FFF2-40B4-BE49-F238E27FC236}">
                <a16:creationId xmlns:a16="http://schemas.microsoft.com/office/drawing/2014/main" id="{BFF5B90C-11C6-D45D-5F72-094515B5B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363" y="1445896"/>
            <a:ext cx="7335274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8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9E278-165E-AFD3-0D5C-2D4F00D9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</a:t>
            </a:r>
            <a:r>
              <a:rPr lang="de-AT" dirty="0"/>
              <a:t> (</a:t>
            </a:r>
            <a:r>
              <a:rPr lang="de-AT" dirty="0" err="1"/>
              <a:t>print</a:t>
            </a:r>
            <a:r>
              <a:rPr lang="de-AT" dirty="0"/>
              <a:t> 3x)</a:t>
            </a:r>
          </a:p>
        </p:txBody>
      </p:sp>
      <p:pic>
        <p:nvPicPr>
          <p:cNvPr id="5" name="Inhaltsplatzhalter 4" descr="Ein Bild, das Rechteck, Design enthält.&#10;&#10;KI-generierte Inhalte können fehlerhaft sein.">
            <a:extLst>
              <a:ext uri="{FF2B5EF4-FFF2-40B4-BE49-F238E27FC236}">
                <a16:creationId xmlns:a16="http://schemas.microsoft.com/office/drawing/2014/main" id="{3FA11410-3ABE-0D09-3D7C-715929DAF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838" y="1258888"/>
            <a:ext cx="6302323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16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AEC2C-8255-5D18-AD59-EBDCA226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Stack_Module_Cover</a:t>
            </a:r>
            <a:endParaRPr lang="de-AT" dirty="0"/>
          </a:p>
        </p:txBody>
      </p:sp>
      <p:pic>
        <p:nvPicPr>
          <p:cNvPr id="5" name="Inhaltsplatzhalter 4" descr="Ein Bild, das gelb enthält.&#10;&#10;KI-generierte Inhalte können fehlerhaft sein.">
            <a:extLst>
              <a:ext uri="{FF2B5EF4-FFF2-40B4-BE49-F238E27FC236}">
                <a16:creationId xmlns:a16="http://schemas.microsoft.com/office/drawing/2014/main" id="{8D661EAC-2654-AF9F-B7E0-91EE085FA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628" y="1258888"/>
            <a:ext cx="872674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5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34F0D-971C-13C0-9EF9-DDACF2C6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Stack_Module_PSU</a:t>
            </a:r>
            <a:endParaRPr lang="de-AT" dirty="0"/>
          </a:p>
        </p:txBody>
      </p:sp>
      <p:pic>
        <p:nvPicPr>
          <p:cNvPr id="5" name="Inhaltsplatzhalter 4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7DC2D5AA-2344-89BE-9254-2679F0C0D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475" y="1258888"/>
            <a:ext cx="783704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55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9EF08-6235-2992-920F-110C3A21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ConnectorBoardv3_Carrier</a:t>
            </a:r>
          </a:p>
        </p:txBody>
      </p:sp>
      <p:pic>
        <p:nvPicPr>
          <p:cNvPr id="5" name="Inhaltsplatzhalter 4" descr="Ein Bild, das Reihe, Rechteck, parallel, Design enthält.&#10;&#10;KI-generierte Inhalte können fehlerhaft sein.">
            <a:extLst>
              <a:ext uri="{FF2B5EF4-FFF2-40B4-BE49-F238E27FC236}">
                <a16:creationId xmlns:a16="http://schemas.microsoft.com/office/drawing/2014/main" id="{38099D59-D92A-3B70-700D-5747FE9CC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240" y="1258888"/>
            <a:ext cx="821351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39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318AD-C6A1-3D75-9554-B6FF5B04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5x2IRLED_Eyeball</a:t>
            </a:r>
          </a:p>
        </p:txBody>
      </p:sp>
      <p:pic>
        <p:nvPicPr>
          <p:cNvPr id="5" name="Inhaltsplatzhalter 4" descr="Ein Bild, das gelb enthält.&#10;&#10;KI-generierte Inhalte können fehlerhaft sein.">
            <a:extLst>
              <a:ext uri="{FF2B5EF4-FFF2-40B4-BE49-F238E27FC236}">
                <a16:creationId xmlns:a16="http://schemas.microsoft.com/office/drawing/2014/main" id="{68B9104B-EE95-18BD-7AE6-F6020D77F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0443" y="1258888"/>
            <a:ext cx="623111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8027E-B4D0-F2D2-6E4C-40BAB990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Pi5_Bagpack, _top, _</a:t>
            </a:r>
            <a:r>
              <a:rPr lang="de-AT" dirty="0" err="1"/>
              <a:t>bottom</a:t>
            </a:r>
            <a:endParaRPr lang="de-AT" dirty="0"/>
          </a:p>
        </p:txBody>
      </p:sp>
      <p:pic>
        <p:nvPicPr>
          <p:cNvPr id="5" name="Inhaltsplatzhalter 4" descr="Ein Bild, das Screenshot, Rechteck, Design enthält.&#10;&#10;KI-generierte Inhalte können fehlerhaft sein.">
            <a:extLst>
              <a:ext uri="{FF2B5EF4-FFF2-40B4-BE49-F238E27FC236}">
                <a16:creationId xmlns:a16="http://schemas.microsoft.com/office/drawing/2014/main" id="{F215997E-3EE5-BD99-6C95-304F0D9CE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312" y="1258888"/>
            <a:ext cx="717137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61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3F536A-0CF2-652E-0F9C-9620DE64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Stack_Module_PSU_vent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6E45320-1551-AD7C-DA9A-F77D5038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787" y="1258888"/>
            <a:ext cx="8990425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83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C2A58-F287-F19C-53AB-118D27F2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Stack_Module_Cover_forInserts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687D540-7A4B-1437-F2E6-1F338AE97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5836" y="1317290"/>
            <a:ext cx="8440328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6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5A7F7-990A-AA19-8811-0D59A838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Stack_Module_Cover_insert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47B3098-E492-395A-C383-AC0476D58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337" y="1407790"/>
            <a:ext cx="7173326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34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36242-447A-1ACB-DD9E-28AD4198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Stack_Module_Cover_LogoTee</a:t>
            </a:r>
            <a:r>
              <a:rPr lang="de-AT" dirty="0"/>
              <a:t> and _</a:t>
            </a:r>
            <a:r>
              <a:rPr lang="de-AT" dirty="0" err="1"/>
              <a:t>LogoBall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C2A299E-17CA-550E-E16A-A1DAFC529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2626" y="1269659"/>
            <a:ext cx="7506748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13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251A2-C277-67AC-137E-837BB1D2C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Pi5_Carrier_vertical_3mm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19B59FB-4CA1-076D-7886-D6EF796C0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863" y="1488764"/>
            <a:ext cx="7878274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042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9EFE4-CA86-BC4F-5345-0F8F248A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IMX296-MPI_Eyeball_6mm_camfered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70511B7-98D5-088A-2E52-1A51D5259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706" y="1350632"/>
            <a:ext cx="5458587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48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EFE90-2CF9-891C-1559-5D60E44B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Ambient_LED_Visor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503EB6E-E5EC-3183-72D2-6169E9F32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781" y="1258888"/>
            <a:ext cx="8226437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6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E7961-8C48-9C28-E23A-E42DBD3D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Back_Interface_Plate_Type_D_Bulkhead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29E5A4E-A573-707F-8640-73A1AB2EF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8336" y="2027002"/>
            <a:ext cx="7535327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72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50D3B-DA4A-3519-5FDF-EC9E3125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Back_Interface_Plate</a:t>
            </a:r>
            <a:endParaRPr lang="de-AT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AE0CE4E-AD8D-626D-CA51-5DAF849F0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204" y="1436369"/>
            <a:ext cx="8535591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2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Breitbild</PresentationFormat>
  <Paragraphs>27</Paragraphs>
  <Slides>27</Slides>
  <Notes>0</Notes>
  <HiddenSlides>18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</vt:lpstr>
      <vt:lpstr>Ambient_LED_Screen</vt:lpstr>
      <vt:lpstr>Carrier_Clamps (4 pieces)</vt:lpstr>
      <vt:lpstr>ConnectorBoardv2-Mod_Carrier</vt:lpstr>
      <vt:lpstr>EyeScreen (print 3x)</vt:lpstr>
      <vt:lpstr>EyeScreen_Clamp (print 3x)</vt:lpstr>
      <vt:lpstr>Foot (4 pieces)</vt:lpstr>
      <vt:lpstr>IMX296-MPI_Eyeball_6mm (print 2x)</vt:lpstr>
      <vt:lpstr>LED_Clamp</vt:lpstr>
      <vt:lpstr>LED_Eyeball</vt:lpstr>
      <vt:lpstr>LinePower_Cover</vt:lpstr>
      <vt:lpstr>Pi5_Carrier_3mm</vt:lpstr>
      <vt:lpstr>Spacer (16 pieces)</vt:lpstr>
      <vt:lpstr>Stack_Module (print 3x)</vt:lpstr>
      <vt:lpstr>Stack_Module_Cover</vt:lpstr>
      <vt:lpstr>Stack_Module_PSU</vt:lpstr>
      <vt:lpstr>ConnectorBoardv3_Carrier</vt:lpstr>
      <vt:lpstr>5x2IRLED_Eyeball</vt:lpstr>
      <vt:lpstr>Pi5_Bagpack, _top, _bottom</vt:lpstr>
      <vt:lpstr>Stack_Module_PSU_vent</vt:lpstr>
      <vt:lpstr>Stack_Module_Cover_forInserts</vt:lpstr>
      <vt:lpstr>Stack_Module_Cover_insert</vt:lpstr>
      <vt:lpstr>Stack_Module_Cover_LogoTee and _LogoBall</vt:lpstr>
      <vt:lpstr>Pi5_Carrier_vertical_3mm</vt:lpstr>
      <vt:lpstr>IMX296-MPI_Eyeball_6mm_camfered</vt:lpstr>
      <vt:lpstr>Ambient_LED_Visor</vt:lpstr>
      <vt:lpstr>Back_Interface_Plate_Type_D_Bulkhead</vt:lpstr>
      <vt:lpstr>Back_Interface_Plate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Fährmann</dc:creator>
  <cp:lastModifiedBy>Stefan Fährmann</cp:lastModifiedBy>
  <cp:revision>8</cp:revision>
  <dcterms:created xsi:type="dcterms:W3CDTF">2026-01-28T08:07:07Z</dcterms:created>
  <dcterms:modified xsi:type="dcterms:W3CDTF">2026-03-22T08:28:20Z</dcterms:modified>
</cp:coreProperties>
</file>